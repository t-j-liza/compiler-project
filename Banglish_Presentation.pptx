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74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Banglish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Toy Programming Language &amp; Compiler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Compiler Design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Danbir Rashid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 Shahriar · Tahmina Jannat Liza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Leading University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914400"/>
            <a:ext cx="374904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6636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14173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shongkha boyos = 20;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jodi(boyos &gt;= 18){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dekhaw("Adult");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noile{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dekhaw("Minor");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Syntax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0" y="18745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13716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Barrier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06440" y="18745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13716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face syntax + concept barriers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**Romanized Bangla** vocabulary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approachable introductory programming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Banglish?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shongkha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shobdo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jodi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noilejodi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else-if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noile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56032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ghurtethakojodi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dekhaw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76656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niyejaw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&amp; String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5087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+ precedence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5087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ELSE-IF / ELSE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57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6032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31546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974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657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1546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657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30175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31546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657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72768" y="20574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7452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90088" y="20574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173736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07408" y="20574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15468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24728" y="20574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→ checked 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42048" y="20574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98932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AST → Python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1554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554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· C++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Six-File Implementation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lexer.cpp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parser.cpp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ast.cpp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31089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semantic.cpp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/ type checking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0" y="31089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codegenerator.cpp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Banglish → Python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shongkha x = 10;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dekhaw(x);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749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783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jodi(boyos &gt;= 18){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dekhaw("Adult");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noile{ dekhaw("Minor"); 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boyos &gt;= 18: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print("Adult")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print("Minor")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&amp; Syntax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&lt;statement&gt;</a:t>
            </a: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::=  declaration | assignment | input | output | if | while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jodi(condition)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6517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ghurtethako(condition)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Error Handling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Precedence respected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IF-ELSE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branch runs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executes 1 →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mismatch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Undeclared 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semicolon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error + recovery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Vision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28016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compiler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+ String only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target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functions / arrays yet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031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Banglish IDE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execution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Bangla/Banglish error feedback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lessons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Romanized-Bangla language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compiler → executable Python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platform for beginners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399</Words>
  <Application>Microsoft Office PowerPoint</Application>
  <PresentationFormat>On-screen Show (16:9)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Tahmina Jannat</cp:lastModifiedBy>
  <cp:revision>3</cp:revision>
  <dcterms:created xsi:type="dcterms:W3CDTF">2026-09-29T08:15:36Z</dcterms:created>
  <dcterms:modified xsi:type="dcterms:W3CDTF">2026-09-29T08:19:19Z</dcterms:modified>
</cp:coreProperties>
</file>